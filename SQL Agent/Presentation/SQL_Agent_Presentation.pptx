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3" d="100"/>
          <a:sy n="123" d="100"/>
        </p:scale>
        <p:origin x="-274" y="-22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1B5EC-AB26-4F37-A533-736A34AD4D5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A5681-A77E-4256-B427-375F662EA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29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Introduce yourself and the project. Highlight: no SQL needed — users type English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points for non-technical users who just want answers from their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3-step solution: Upload → Ask → Results. Emphasize the zero-learning-curve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concrete objectives. These map directly to the features and modules we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technology was chosen deliberately: Streamlit for rapid UI, SQLAlchemy for safe ORM queries, OpenRouter for flexible AI model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of the 8 workflow steps. Emphasize that this entire pipeline runs automatically from a single CSV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automated cleaning step is key to quality AI results. Garbage in, garbage out — we prevent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helper module takes the table schema and question, sends them to OpenRouter, and returns clean SQL. Show the ai_helper.py code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of Python automatically names every table. Users never need to think about database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maps to a real code module: db.py, ai_helper.py, app.py. Mention how each is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example live if possible. Highlight that these are real queries the AI generates — not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the full data flow. Emphasize the separation between the upload pipeline and the query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business case: time saved, barriers removed, mistakes prevented. Quantify if you have usage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the V2 roadmap. Voice querying and auto-insights would expand the user base significantly.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everything back to the problem statement. We eliminated every barrier: SQL knowledge, data cleaning, DB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Be ready to demo the live app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669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SQL Agent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423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CSV Data Analysis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4290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plain-English questions into instant SQL insights — no database expertise required.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4297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03120" y="4297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Streamlit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03320" y="4297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/ LLM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42976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MySQL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Expertise Required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20574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don't know SQL — writing even simple queries is a barrier.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55448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288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is Manual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94960" y="20574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contain duplicates, blanks, and messy columns that need fixing.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832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2735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 is Complex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into a relational database requires technical know-how.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31089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832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2735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Error-Prone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query writing is time-consuming and prone to syntax mistakes.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AI-Powered SQL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eliminates every barrier between your data and your answers.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084832"/>
            <a:ext cx="777240" cy="777240"/>
          </a:xfrm>
          <a:prstGeom prst="ellipse">
            <a:avLst/>
          </a:prstGeom>
          <a:solidFill>
            <a:srgbClr val="0A0F2E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1488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848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9992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CSV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5204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any CSV dataset. No database setup needed.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9202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2084832"/>
            <a:ext cx="777240" cy="777240"/>
          </a:xfrm>
          <a:prstGeom prst="ellipse">
            <a:avLst/>
          </a:prstGeom>
          <a:solidFill>
            <a:srgbClr val="0A0F2E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214884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0848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37560" y="29992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35204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question. The AI writes the SQL query for you.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9202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49440" y="2084832"/>
            <a:ext cx="777240" cy="777240"/>
          </a:xfrm>
          <a:prstGeom prst="ellipse">
            <a:avLst/>
          </a:prstGeom>
          <a:solidFill>
            <a:srgbClr val="0A0F2E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214884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20848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72200" y="29992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Results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35204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 query results in an interactive dashboard.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files dynamically without manual database setup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12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167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standardize data automatically on upload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98648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71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8254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datasets in MySQL with auto-generated table names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4838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natural language questions to SQL using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12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167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 in an interactive, user-friendly 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98648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871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5387" y="4107633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58191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natural language questions to SQL using AI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24028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12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01184" y="40747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89864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871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8254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 analysis accessible for non-technical users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55701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29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34838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generated queries and return real-time results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883664"/>
            <a:ext cx="658368" cy="658368"/>
          </a:xfrm>
          <a:prstGeom prst="ellipse">
            <a:avLst/>
          </a:prstGeom>
          <a:solidFill>
            <a:srgbClr val="0A0F2E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92024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19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Orchestration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536192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1883664"/>
            <a:ext cx="658368" cy="658368"/>
          </a:xfrm>
          <a:prstGeom prst="ellipse">
            <a:avLst/>
          </a:prstGeom>
          <a:solidFill>
            <a:srgbClr val="0A0F2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92024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1719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5196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UI Dashboard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536192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883664"/>
            <a:ext cx="658368" cy="658368"/>
          </a:xfrm>
          <a:prstGeom prst="ellipse">
            <a:avLst/>
          </a:prstGeom>
          <a:solidFill>
            <a:srgbClr val="0A0F2E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920240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1719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3232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Processing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11480" y="3108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6072" y="3456432"/>
            <a:ext cx="658368" cy="658368"/>
          </a:xfrm>
          <a:prstGeom prst="ellipse">
            <a:avLst/>
          </a:prstGeom>
          <a:solidFill>
            <a:srgbClr val="0A0F2E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493008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371600" y="36758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Storage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3108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56432" y="3456432"/>
            <a:ext cx="658368" cy="658368"/>
          </a:xfrm>
          <a:prstGeom prst="ellipse">
            <a:avLst/>
          </a:prstGeom>
          <a:solidFill>
            <a:srgbClr val="0A0F2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493008"/>
            <a:ext cx="566928" cy="5669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5196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251960" y="36758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&amp; DB Integration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72200" y="3108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36792" y="3456432"/>
            <a:ext cx="658368" cy="658368"/>
          </a:xfrm>
          <a:prstGeom prst="ellipse">
            <a:avLst/>
          </a:prstGeom>
          <a:solidFill>
            <a:srgbClr val="0A0F2E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493008"/>
            <a:ext cx="566928" cy="5669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AI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32320" y="367588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44752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572768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0020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536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313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67712" y="219456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468880" y="1444752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81528" y="1572768"/>
            <a:ext cx="640080" cy="6400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600200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1536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0320" y="2313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Read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70832" y="219456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572000" y="1444752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84648" y="1572768"/>
            <a:ext cx="640080" cy="64008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600200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1536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63440" y="2313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73952" y="219456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675120" y="1444752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287768" y="1572768"/>
            <a:ext cx="640080" cy="64008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600200"/>
            <a:ext cx="566928" cy="5669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66560" y="15361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766560" y="2313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Storage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3227832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78408" y="3355848"/>
            <a:ext cx="640080" cy="64008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383280"/>
            <a:ext cx="566928" cy="5669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7200" y="33192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40965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Question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2267712" y="397764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33" name="Shape 26"/>
          <p:cNvSpPr/>
          <p:nvPr/>
        </p:nvSpPr>
        <p:spPr>
          <a:xfrm>
            <a:off x="2468880" y="3227832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081528" y="3355848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960" y="3383280"/>
            <a:ext cx="566928" cy="56692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560320" y="33192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2560320" y="40965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SQL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370832" y="397764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39" name="Shape 31"/>
          <p:cNvSpPr/>
          <p:nvPr/>
        </p:nvSpPr>
        <p:spPr>
          <a:xfrm>
            <a:off x="4572000" y="3227832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5184648" y="3355848"/>
            <a:ext cx="640080" cy="6400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3383280"/>
            <a:ext cx="566928" cy="56692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663440" y="33192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4663440" y="40965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6473952" y="397764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45" name="Shape 36"/>
          <p:cNvSpPr/>
          <p:nvPr/>
        </p:nvSpPr>
        <p:spPr>
          <a:xfrm>
            <a:off x="6675120" y="3227832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7287768" y="3355848"/>
            <a:ext cx="640080" cy="64008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3383280"/>
            <a:ext cx="566928" cy="56692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766560" y="33192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6766560" y="40965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Data Cleaning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are cleaned automatically before loading — ensuring accurate AI-generated SQL results.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482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0432" y="22585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rows are detected and dropped automatically.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68833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1635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7340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Empty Rows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70432" y="302666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blank rows are removed to keep the dataset clean.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45643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8444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502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70432" y="379476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are stripped, lowercased, and spaces replaced with underscores.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422452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352544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4270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70432" y="456285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NaN cells are filled with 0 to prevent SQL errors.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→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11827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"Top 5 customers by total sales"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4256" y="2212848"/>
            <a:ext cx="82296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90195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24231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166360" y="2212848"/>
            <a:ext cx="82296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150876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26480" y="192024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SUM(Total_Sales)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TotalSales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mainsales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TotalSales DESC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15468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101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Aware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37490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receives table name and all column names automatically.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337560" y="315468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31012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95928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Queries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520440" y="37490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SELECT statements are generated — no data modification.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315468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1012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76288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Smart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0" y="37490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aggregations, GROUP BY, ORDER BY, LIMIT intelligently.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Table Naming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names are derived automatically from the uploaded filename — no configuration required.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920240"/>
          <a:ext cx="6949440" cy="256032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Uploaded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Created in MySQL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97280" y="4617720"/>
            <a:ext cx="6949440" cy="347472"/>
          </a:xfrm>
          <a:prstGeom prst="roundRect">
            <a:avLst>
              <a:gd name="adj" fmla="val 21053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63600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table_name = file.name.replace('.csv', '').lower()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691640"/>
            <a:ext cx="530352" cy="53035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2821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69164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CSV Upload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" y="2258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CSV, any schema — auto-loaded into MySQL instantly.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50876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0712" y="1691640"/>
            <a:ext cx="530352" cy="530352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72821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0792" y="169164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Data Cleaning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10712" y="2258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blanks, and messy columns fixed automatically.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50876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691640"/>
            <a:ext cx="530352" cy="530352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72821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31152" y="169164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SQL Generator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91072" y="2258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AI converts plain English to precise SQL.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22783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0352" y="3410712"/>
            <a:ext cx="530352" cy="530352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47288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41071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Integration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relational database with SQLAlchemy ORM.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322783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10712" y="3410712"/>
            <a:ext cx="530352" cy="530352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447288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50792" y="341071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10712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data, see queries, download results as CSV.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26480" y="322783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91072" y="3410712"/>
            <a:ext cx="530352" cy="53035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447288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31152" y="341071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91072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and SQL query logged for reuse.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Questions &amp; Generated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2670048" cy="3429000"/>
          </a:xfrm>
          <a:prstGeom prst="roundRect">
            <a:avLst>
              <a:gd name="adj" fmla="val 411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618488"/>
            <a:ext cx="2450592" cy="457200"/>
          </a:xfrm>
          <a:prstGeom prst="roundRect">
            <a:avLst>
              <a:gd name="adj" fmla="val 12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"Top 5 customers by sales"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1208" y="2487168"/>
            <a:ext cx="2450592" cy="1371600"/>
          </a:xfrm>
          <a:prstGeom prst="roundRect">
            <a:avLst>
              <a:gd name="adj" fmla="val 5333"/>
            </a:avLst>
          </a:prstGeom>
          <a:solidFill>
            <a:srgbClr val="0A0F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542032"/>
            <a:ext cx="23591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SUM(Total_Sales) AS TotalSales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mainsales GROUP BY Customer_ID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TotalSales DESC LIMIT 5;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1481328"/>
            <a:ext cx="2670048" cy="3429000"/>
          </a:xfrm>
          <a:prstGeom prst="roundRect">
            <a:avLst>
              <a:gd name="adj" fmla="val 411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18488"/>
            <a:ext cx="2450592" cy="457200"/>
          </a:xfrm>
          <a:prstGeom prst="roundRect">
            <a:avLst>
              <a:gd name="adj" fmla="val 12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"Count all orders"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6432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29000" y="2487168"/>
            <a:ext cx="2450592" cy="1371600"/>
          </a:xfrm>
          <a:prstGeom prst="roundRect">
            <a:avLst>
              <a:gd name="adj" fmla="val 5333"/>
            </a:avLst>
          </a:prstGeom>
          <a:solidFill>
            <a:srgbClr val="0A0F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2542032"/>
            <a:ext cx="23591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TotalOrders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27064" y="1481328"/>
            <a:ext cx="2670048" cy="3429000"/>
          </a:xfrm>
          <a:prstGeom prst="roundRect">
            <a:avLst>
              <a:gd name="adj" fmla="val 411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1618488"/>
            <a:ext cx="2450592" cy="457200"/>
          </a:xfrm>
          <a:prstGeom prst="roundRect">
            <a:avLst>
              <a:gd name="adj" fmla="val 12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"Average profit by region"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4224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36792" y="2487168"/>
            <a:ext cx="2450592" cy="1371600"/>
          </a:xfrm>
          <a:prstGeom prst="roundRect">
            <a:avLst>
              <a:gd name="adj" fmla="val 5333"/>
            </a:avLst>
          </a:prstGeom>
          <a:solidFill>
            <a:srgbClr val="0A0F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2542032"/>
            <a:ext cx="23591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 AVG(Profit) AS AvgProfit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mainsales GROUP BY Region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AvgProfit DESC;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673352"/>
            <a:ext cx="640080" cy="64008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70992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88920" y="150876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673352"/>
            <a:ext cx="640080" cy="64008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1709928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423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880360" y="26974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120640" y="150876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97880" y="1673352"/>
            <a:ext cx="640080" cy="64008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1709928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2423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Engine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212080" y="26974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Auto-Processing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788920" y="315468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566160" y="3319272"/>
            <a:ext cx="640080" cy="64008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3355848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880360" y="40690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2880360" y="43434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315468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234440" y="3319272"/>
            <a:ext cx="640080" cy="64008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872" y="3355848"/>
            <a:ext cx="566928" cy="5669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" y="40690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SQL Generator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43434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120640" y="3154680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897880" y="3319272"/>
            <a:ext cx="640080" cy="64008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5312" y="3355848"/>
            <a:ext cx="566928" cy="5669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12080" y="40690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212080" y="43434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2697480" y="2194560"/>
            <a:ext cx="5212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35" name="Shape 27"/>
          <p:cNvSpPr/>
          <p:nvPr/>
        </p:nvSpPr>
        <p:spPr>
          <a:xfrm>
            <a:off x="5029200" y="2194560"/>
            <a:ext cx="5212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SQL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1920240" cy="3310128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700784"/>
            <a:ext cx="786384" cy="786384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737360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651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11480" y="3218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 Needed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6576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can analyze data from day one.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32888" y="1536192"/>
            <a:ext cx="1920240" cy="3310128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99816" y="1700784"/>
            <a:ext cx="786384" cy="786384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737360"/>
            <a:ext cx="694944" cy="6949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2888" y="2651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532888" y="3218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Analysis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24328" y="36576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 writing — results in seconds.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54296" y="1536192"/>
            <a:ext cx="1920240" cy="3310128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21224" y="1700784"/>
            <a:ext cx="786384" cy="786384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737360"/>
            <a:ext cx="694944" cy="6949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4296" y="2651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4654296" y="3218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Datasets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45736" y="36576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CSV schema works out of the box.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75704" y="1536192"/>
            <a:ext cx="1920240" cy="3310128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42632" y="1700784"/>
            <a:ext cx="786384" cy="786384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1737360"/>
            <a:ext cx="694944" cy="6949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5704" y="2651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6775704" y="32186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867144" y="36576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quality without manual work.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645920"/>
            <a:ext cx="530352" cy="530352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8249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64592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" y="221284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pie, and line charts built directly from query results.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0712" y="1645920"/>
            <a:ext cx="530352" cy="53035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68249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0792" y="164592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Analysis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10712" y="221284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and query across multiple uploaded CSV datasets.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645920"/>
            <a:ext cx="530352" cy="530352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68249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31152" y="164592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91072" y="221284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results as Excel files or formatted PDFs.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0352" y="3364992"/>
            <a:ext cx="530352" cy="530352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01568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36499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" y="3931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login, private dashboards, and query history.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10712" y="3364992"/>
            <a:ext cx="530352" cy="530352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401568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50792" y="336499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Querying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10712" y="3931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using speech — no keyboard needed.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26480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91072" y="3364992"/>
            <a:ext cx="530352" cy="53035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401568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31152" y="336499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Auto-Insights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91072" y="3931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trend detection and business recommendations.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8229600" cy="1389888"/>
          </a:xfrm>
          <a:prstGeom prst="roundRect">
            <a:avLst>
              <a:gd name="adj" fmla="val 9211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36192"/>
            <a:ext cx="78638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AI-Powered SQL Agent successfully transforms natural language questions into executable SQL queries, enabling users to perform advanced data analysis without any SQL expertise.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999232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3145536"/>
            <a:ext cx="640080" cy="64008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182112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251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users can now query data independently.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32888" y="2999232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99816" y="3145536"/>
            <a:ext cx="640080" cy="6400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3182112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32888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24328" y="4251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results in seconds, not hours of query writing.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54296" y="2999232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21224" y="3145536"/>
            <a:ext cx="640080" cy="64008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182112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4296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745736" y="4251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 to any dataset schema automatically.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75704" y="2999232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42632" y="3145536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3182112"/>
            <a:ext cx="566928" cy="5669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75704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67144" y="4251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ensures accurate, consistent results.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66928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0292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431596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3159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03120" y="431596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03120" y="43159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Streamlit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94760" y="431596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94760" y="43159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MySQL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0" y="431596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43159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OpenRouter AI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178040" y="431596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8040" y="43159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SQLAlchemy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1235</Words>
  <Application>Microsoft Office PowerPoint</Application>
  <PresentationFormat>On-screen Show (16:9)</PresentationFormat>
  <Paragraphs>248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SQL Agent</dc:title>
  <dc:subject>PptxGenJS Presentation</dc:subject>
  <dc:creator>SQL Agent Project</dc:creator>
  <cp:lastModifiedBy>Kailash J Choudhary</cp:lastModifiedBy>
  <cp:revision>3</cp:revision>
  <dcterms:created xsi:type="dcterms:W3CDTF">2026-06-23T08:57:14Z</dcterms:created>
  <dcterms:modified xsi:type="dcterms:W3CDTF">2026-06-24T05:56:57Z</dcterms:modified>
</cp:coreProperties>
</file>